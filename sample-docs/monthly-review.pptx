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Little Flame Candles - Monthly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May 2026 -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£6,180 this month, up 9% on April</a:t>
            </a:r>
          </a:p>
          <a:p>
            <a:r>
              <a:t>Website is now 61% of sales, Etsy 22%</a:t>
            </a:r>
          </a:p>
          <a:p>
            <a:r>
              <a:t>Two scents are being sold below cost and need repricing</a:t>
            </a:r>
          </a:p>
          <a:p>
            <a:r>
              <a:t>Sea Salt &amp; Sage and Winter Pine are close to stock-out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channel (£, last 3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772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548640">
                <a:tc>
                  <a:txBody>
                    <a:bodyPr/>
                    <a:lstStyle/>
                    <a:p>
                      <a: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3,770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Etsy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1,360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Wholesale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to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Amber &amp; Oud: unit cost £5.30, sells for £5.00 - loss of £0.30/unit</a:t>
            </a:r>
          </a:p>
          <a:p>
            <a:r>
              <a:t>Winter Pine: unit cost £4.70, sells for £4.50 - loss of £0.20/unit</a:t>
            </a:r>
          </a:p>
          <a:p>
            <a:r>
              <a:t>Reprice both to a 55% gross margin from 1 June</a:t>
            </a:r>
          </a:p>
          <a:p>
            <a:r>
              <a:t>3 late-delivery complaints this month, all the same courier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Reprice the two loss-making scents</a:t>
            </a:r>
          </a:p>
          <a:p>
            <a:r>
              <a:t>Reorder glass jars now (14-day lead time)</a:t>
            </a:r>
          </a:p>
          <a:p>
            <a:r>
              <a:t>Trial a second courier for tracked UK delivery</a:t>
            </a:r>
          </a:p>
          <a:p>
            <a:r>
              <a:t>Add fragrance-ingredient list to every Etsy listing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